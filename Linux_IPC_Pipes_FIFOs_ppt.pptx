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terminal_dark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69680" y="146304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77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25CS2104E  •  2026–27, Term-I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965960"/>
            <a:ext cx="8778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5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Inter-Process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5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Using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5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Pipes and FIFOs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40080" y="4526280"/>
            <a:ext cx="50292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14  •  Section 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51023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V.G. Shanmukha Sai   ·   M. Vignesh   ·   M. Krishna Vamshi Yadav   ·   Ayush Mishra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Dr. K. Anusha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processes need to talk to each other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operating system, processes normally run independently, each with its own private memory space. When one process needs to share data with another, the OS must provide a dedicated mechanism for it.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practical, hands-on demonstration of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Inter-Process Communication (IPC)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two of its most fundamental mechanisms —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A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A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FIFOs (Named Pipes)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18745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489204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7" name="Image 0" descr="icons/shar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50109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48646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13232" y="5486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IPC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06040" y="4709160"/>
            <a:ext cx="18745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70632" y="489204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2" name="Image 1" descr="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50109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48646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770632" y="5486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used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63440" y="4709160"/>
            <a:ext cx="18745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28032" y="489204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7" name="Image 2" descr="icon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501091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48646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4828032" y="5486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040880" y="1554480"/>
            <a:ext cx="4572000" cy="4663440"/>
          </a:xfrm>
          <a:prstGeom prst="roundRect">
            <a:avLst>
              <a:gd name="adj" fmla="val 2400"/>
            </a:avLst>
          </a:prstGeom>
          <a:solidFill>
            <a:srgbClr val="1B1F23"/>
          </a:solidFill>
          <a:ln/>
        </p:spPr>
      </p:sp>
      <p:sp>
        <p:nvSpPr>
          <p:cNvPr id="21" name="Text 16"/>
          <p:cNvSpPr/>
          <p:nvPr/>
        </p:nvSpPr>
        <p:spPr>
          <a:xfrm>
            <a:off x="7360920" y="1828800"/>
            <a:ext cx="1737360" cy="457200"/>
          </a:xfrm>
          <a:prstGeom prst="rect">
            <a:avLst/>
          </a:prstGeom>
          <a:solidFill>
            <a:srgbClr val="262C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A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464040" y="1828800"/>
            <a:ext cx="1737360" cy="457200"/>
          </a:xfrm>
          <a:prstGeom prst="rect">
            <a:avLst/>
          </a:prstGeom>
          <a:solidFill>
            <a:srgbClr val="262C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B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863840" y="2514600"/>
            <a:ext cx="91440" cy="1005840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24" name="Shape 19"/>
          <p:cNvSpPr/>
          <p:nvPr/>
        </p:nvSpPr>
        <p:spPr>
          <a:xfrm>
            <a:off x="9966960" y="2514600"/>
            <a:ext cx="91440" cy="1005840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25" name="Text 20"/>
          <p:cNvSpPr/>
          <p:nvPr/>
        </p:nvSpPr>
        <p:spPr>
          <a:xfrm>
            <a:off x="7543800" y="25146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10104120" y="25146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8229600" y="3017520"/>
            <a:ext cx="164592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dash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8229600" y="3383280"/>
            <a:ext cx="164592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dash"/>
            <a:headEnd type="triangle"/>
          </a:ln>
        </p:spPr>
      </p:sp>
      <p:sp>
        <p:nvSpPr>
          <p:cNvPr id="29" name="Text 24"/>
          <p:cNvSpPr/>
          <p:nvPr/>
        </p:nvSpPr>
        <p:spPr>
          <a:xfrm>
            <a:off x="795528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channel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(pipe / FIFO)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8503920" y="4160520"/>
            <a:ext cx="502920" cy="502920"/>
          </a:xfrm>
          <a:prstGeom prst="ellipse">
            <a:avLst/>
          </a:prstGeom>
          <a:solidFill>
            <a:srgbClr val="262C33"/>
          </a:solidFill>
          <a:ln/>
        </p:spPr>
      </p:sp>
      <p:pic>
        <p:nvPicPr>
          <p:cNvPr id="31" name="Image 3" descr="icons/se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4679" y="4291279"/>
            <a:ext cx="241402" cy="24140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360920" y="4709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write() sends data into the channel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8503920" y="5212080"/>
            <a:ext cx="502920" cy="502920"/>
          </a:xfrm>
          <a:prstGeom prst="ellipse">
            <a:avLst/>
          </a:prstGeom>
          <a:solidFill>
            <a:srgbClr val="262C33"/>
          </a:solidFill>
          <a:ln/>
        </p:spPr>
      </p:sp>
      <p:pic>
        <p:nvPicPr>
          <p:cNvPr id="34" name="Image 4" descr="icons/inbox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679" y="5342839"/>
            <a:ext cx="241402" cy="24140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60920" y="5760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read() retrieves data from the channel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• Team 14 • Section 2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memory means isolated processes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in Linux owns a separate memory space, so one process cannot directly read or write another process's data — a safe design, but one that blocks any kind of cooperation between programs.
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solves that gap by implementing a working communication layer with two complementary tools: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7" name="Image 0" descr="icons/git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32516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31272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related processes — such as a parent and its child — through an unnamed, temporary channel created with pipe().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288036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310896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2" name="Image 1" descr="icons/sha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046" y="32516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31272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FIFOs (Named Pipes)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7947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independent, unrelated processes through a persistent, named channel created with mkfifo() in the filesystem.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B1F23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525780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7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37667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5138928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one process sends data, another receives it — and both coordinate safely using pipe(), mkfifo(), read(), write() and fork().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• Team 14 • Section 2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sets out to achieve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594360" cy="59436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6" name="Image 0" descr="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10220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4767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IPC in Linux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independent processes exchange data safely.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947672"/>
            <a:ext cx="594360" cy="59436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1" name="Image 1" descr="icons/gitbra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934" y="210220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4767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Pipes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629400" y="26517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communication between related processes, e.g. parent ↔ child.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96512"/>
            <a:ext cx="594360" cy="59436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6" name="Image 2" descr="icons/sha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425104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965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FIFOs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22960" y="48006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communication between independent, unrelated processes.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3840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096512"/>
            <a:ext cx="594360" cy="59436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21" name="Image 3" descr="icons/cpu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425104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0965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 synchronization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629400" y="48006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data transfer and process coordination via fork(), read(), write(), mkfifo().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• Team 14 • Section 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process creation to verified data transfer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 C on a Linux environment, demonstrating both pipe- and FIFO-based communication end to end.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262C33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2423160"/>
            <a:ext cx="548640" cy="548640"/>
          </a:xfrm>
          <a:prstGeom prst="ellipse">
            <a:avLst/>
          </a:prstGeom>
          <a:solidFill>
            <a:srgbClr val="343B42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98448" y="3154680"/>
            <a:ext cx="512064" cy="512064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9" name="Image 0" descr="icons/git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585" y="3287817"/>
            <a:ext cx="245791" cy="245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384048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Processes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438912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fork() to spawn parent and child processes for testing communication.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78608" y="3931920"/>
            <a:ext cx="219456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16352" y="2148840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262C33"/>
          </a:solidFill>
          <a:ln/>
        </p:spPr>
      </p:sp>
      <p:sp>
        <p:nvSpPr>
          <p:cNvPr id="14" name="Shape 11"/>
          <p:cNvSpPr/>
          <p:nvPr/>
        </p:nvSpPr>
        <p:spPr>
          <a:xfrm>
            <a:off x="3547872" y="2423160"/>
            <a:ext cx="548640" cy="548640"/>
          </a:xfrm>
          <a:prstGeom prst="ellipse">
            <a:avLst/>
          </a:prstGeom>
          <a:solidFill>
            <a:srgbClr val="343B42"/>
          </a:solidFill>
          <a:ln/>
        </p:spPr>
      </p:sp>
      <p:sp>
        <p:nvSpPr>
          <p:cNvPr id="15" name="Text 12"/>
          <p:cNvSpPr/>
          <p:nvPr/>
        </p:nvSpPr>
        <p:spPr>
          <a:xfrm>
            <a:off x="3547872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566160" y="3154680"/>
            <a:ext cx="512064" cy="512064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7" name="Image 1" descr="icons/sha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297" y="3287817"/>
            <a:ext cx="245791" cy="2457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26080" y="384048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Pipes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953512" y="438912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unnamed pipe with pipe(); one side writes, the other reads.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846320" y="3931920"/>
            <a:ext cx="219456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5084064" y="2148840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262C33"/>
          </a:solidFill>
          <a:ln/>
        </p:spPr>
      </p:sp>
      <p:sp>
        <p:nvSpPr>
          <p:cNvPr id="22" name="Shape 18"/>
          <p:cNvSpPr/>
          <p:nvPr/>
        </p:nvSpPr>
        <p:spPr>
          <a:xfrm>
            <a:off x="5815584" y="2423160"/>
            <a:ext cx="548640" cy="548640"/>
          </a:xfrm>
          <a:prstGeom prst="ellipse">
            <a:avLst/>
          </a:prstGeom>
          <a:solidFill>
            <a:srgbClr val="343B42"/>
          </a:solidFill>
          <a:ln/>
        </p:spPr>
      </p:sp>
      <p:sp>
        <p:nvSpPr>
          <p:cNvPr id="23" name="Text 19"/>
          <p:cNvSpPr/>
          <p:nvPr/>
        </p:nvSpPr>
        <p:spPr>
          <a:xfrm>
            <a:off x="5815584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5833872" y="3154680"/>
            <a:ext cx="512064" cy="512064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25" name="Image 2" descr="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009" y="3287817"/>
            <a:ext cx="245791" cy="245791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93792" y="384048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FIFOs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221224" y="438912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named pipe with mkfifo() so two independent processes can exchange messages.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7114032" y="3931920"/>
            <a:ext cx="219456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7351776" y="2148840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262C33"/>
          </a:solidFill>
          <a:ln/>
        </p:spPr>
      </p:sp>
      <p:sp>
        <p:nvSpPr>
          <p:cNvPr id="30" name="Shape 25"/>
          <p:cNvSpPr/>
          <p:nvPr/>
        </p:nvSpPr>
        <p:spPr>
          <a:xfrm>
            <a:off x="8083296" y="2423160"/>
            <a:ext cx="548640" cy="548640"/>
          </a:xfrm>
          <a:prstGeom prst="ellipse">
            <a:avLst/>
          </a:prstGeom>
          <a:solidFill>
            <a:srgbClr val="343B42"/>
          </a:solidFill>
          <a:ln/>
        </p:spPr>
      </p:sp>
      <p:sp>
        <p:nvSpPr>
          <p:cNvPr id="31" name="Text 26"/>
          <p:cNvSpPr/>
          <p:nvPr/>
        </p:nvSpPr>
        <p:spPr>
          <a:xfrm>
            <a:off x="8083296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8101584" y="3154680"/>
            <a:ext cx="512064" cy="512064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33" name="Image 3" descr="icons/too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721" y="3287817"/>
            <a:ext cx="245791" cy="245791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461504" y="384048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Communication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7488936" y="438912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file descriptors, handle errors, and close unused descriptors cleanly.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9381744" y="3931920"/>
            <a:ext cx="219456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9619488" y="2148840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262C33"/>
          </a:solidFill>
          <a:ln/>
        </p:spPr>
      </p:sp>
      <p:sp>
        <p:nvSpPr>
          <p:cNvPr id="38" name="Shape 32"/>
          <p:cNvSpPr/>
          <p:nvPr/>
        </p:nvSpPr>
        <p:spPr>
          <a:xfrm>
            <a:off x="10351008" y="2423160"/>
            <a:ext cx="548640" cy="548640"/>
          </a:xfrm>
          <a:prstGeom prst="ellipse">
            <a:avLst/>
          </a:prstGeom>
          <a:solidFill>
            <a:srgbClr val="343B42"/>
          </a:solidFill>
          <a:ln/>
        </p:spPr>
      </p:sp>
      <p:sp>
        <p:nvSpPr>
          <p:cNvPr id="39" name="Text 33"/>
          <p:cNvSpPr/>
          <p:nvPr/>
        </p:nvSpPr>
        <p:spPr>
          <a:xfrm>
            <a:off x="10351008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0" name="Shape 34"/>
          <p:cNvSpPr/>
          <p:nvPr/>
        </p:nvSpPr>
        <p:spPr>
          <a:xfrm>
            <a:off x="10369296" y="3154680"/>
            <a:ext cx="512064" cy="512064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41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2433" y="3287817"/>
            <a:ext cx="245791" cy="245791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729216" y="384048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Demonstrate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9756648" y="438912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communication scenarios and verify messages sent and received correctly.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• Team 14 • Section 2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Pipes vs. FIFOs — two takes on the same idea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03120" cy="457200"/>
          </a:xfrm>
          <a:prstGeom prst="rect">
            <a:avLst/>
          </a:prstGeom>
          <a:solidFill>
            <a:srgbClr val="1B1F23"/>
          </a:solidFill>
          <a:ln w="6350">
            <a:solidFill>
              <a:srgbClr val="1B1F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600200"/>
            <a:ext cx="4434840" cy="457200"/>
          </a:xfrm>
          <a:prstGeom prst="rect">
            <a:avLst/>
          </a:prstGeom>
          <a:solidFill>
            <a:srgbClr val="1B1F23"/>
          </a:solidFill>
          <a:ln w="6350">
            <a:solidFill>
              <a:srgbClr val="1B1F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6002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(unnamed)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86600" y="1600200"/>
            <a:ext cx="4434840" cy="457200"/>
          </a:xfrm>
          <a:prstGeom prst="rect">
            <a:avLst/>
          </a:prstGeom>
          <a:solidFill>
            <a:srgbClr val="1B1F23"/>
          </a:solidFill>
          <a:ln w="6350">
            <a:solidFill>
              <a:srgbClr val="1B1F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6002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(named pipe)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2103120" cy="50292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51760" y="2057400"/>
            <a:ext cx="4434840" cy="50292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05740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pipe()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86600" y="2057400"/>
            <a:ext cx="4434840" cy="50292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05740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mkfifo()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2103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603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51760" y="2560320"/>
            <a:ext cx="4434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256032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filesystem entry — exists only in kernel memory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86600" y="2560320"/>
            <a:ext cx="4434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256032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as a special file at a filesystem path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2103120" cy="68580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use 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651760" y="3246120"/>
            <a:ext cx="4434840" cy="68580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324612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processes only (e.g. parent ↔ child, via fork())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86600" y="3246120"/>
            <a:ext cx="4434840" cy="68580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324612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independent processes that open the same path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2103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651760" y="3931920"/>
            <a:ext cx="4434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39319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only while the creating processes are alive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086600" y="3931920"/>
            <a:ext cx="4434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39319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on disk until explicitly removed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480560"/>
            <a:ext cx="2103120" cy="59436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480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 case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651760" y="4480560"/>
            <a:ext cx="4434840" cy="59436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88920" y="448056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Piping output from one command/process to another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086600" y="4480560"/>
            <a:ext cx="4434840" cy="59436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448056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communication between unrelated programs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• Team 14 • Section 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system calls powering the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6" name="Image 0" descr="icons/git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50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child process to demonstrate related-process communication.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92024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1" name="Image 1" descr="icons/sha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59" y="20509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pipe()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0" y="26060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unnamed pipe between a parent and child process.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92024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6" name="Image 2" descr="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519" y="20509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mkfifo()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66760" y="26060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FIFO (named pipe) as a special file in the filesystem.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21" name="Image 3" descr="icons/inbox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438271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224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read()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77240" y="49377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data that has been written into a pipe or FIFO.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4023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25196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26" name="Image 4" descr="icons/sen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759" y="438271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4224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write()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72000" y="49377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data through the pipe or FIFO to the other process.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4023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3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25196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31" name="Image 5" descr="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7519" y="438271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4224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66760" y="49377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unused file descriptors once communication is complete.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• Team 14 • Section 2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TOOLING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Team 14, on the Linux toolchain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PLATFORMS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6" name="Image 0" descr="icons/termin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305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9842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Ubuntu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2240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runtime environment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0" name="Image 1" descr="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88950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43000" y="29992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pipes, FIFOs &amp; process logic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529584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4" name="Image 2" descr="icon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64845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5021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Compiler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3000" y="3758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source into executables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288536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8" name="Image 3" descr="icons/lis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40740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42611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Terminal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43000" y="451713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run &amp; test the programs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12648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26480" y="2011680"/>
            <a:ext cx="1188720" cy="502920"/>
          </a:xfrm>
          <a:prstGeom prst="rect">
            <a:avLst/>
          </a:prstGeom>
          <a:solidFill>
            <a:srgbClr val="1B1F23"/>
          </a:solidFill>
          <a:ln w="6350">
            <a:solidFill>
              <a:srgbClr val="1B1F23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217920" y="2011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15200" y="2011680"/>
            <a:ext cx="2103120" cy="502920"/>
          </a:xfrm>
          <a:prstGeom prst="rect">
            <a:avLst/>
          </a:prstGeom>
          <a:solidFill>
            <a:srgbClr val="1B1F23"/>
          </a:solidFill>
          <a:ln w="6350">
            <a:solidFill>
              <a:srgbClr val="1B1F23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406640" y="2011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9418320" y="2011680"/>
            <a:ext cx="2103120" cy="502920"/>
          </a:xfrm>
          <a:prstGeom prst="rect">
            <a:avLst/>
          </a:prstGeom>
          <a:solidFill>
            <a:srgbClr val="1B1F23"/>
          </a:solidFill>
          <a:ln w="6350">
            <a:solidFill>
              <a:srgbClr val="1B1F23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509760" y="2011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126480" y="251460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217920" y="25146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2520030341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315200" y="251460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406640" y="2514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V.G. Shanmukha Sai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9418320" y="251460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509760" y="2514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implementation &amp; testing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126480" y="3017520"/>
            <a:ext cx="1188720" cy="50292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217920" y="30175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2520030065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315200" y="3017520"/>
            <a:ext cx="2103120" cy="50292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40664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Vignesh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9418320" y="3017520"/>
            <a:ext cx="2103120" cy="50292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50976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implementation &amp; testing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6126480" y="352044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217920" y="3520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2520030344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7315200" y="352044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406640" y="3520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Krishna Vamshi Yadav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9418320" y="352044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9509760" y="3520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 &amp; documentation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6126480" y="4023360"/>
            <a:ext cx="1188720" cy="50292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217920" y="40233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2520030496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7315200" y="4023360"/>
            <a:ext cx="2103120" cy="50292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7406640" y="4023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Mishra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9418320" y="4023360"/>
            <a:ext cx="2103120" cy="502920"/>
          </a:xfrm>
          <a:prstGeom prst="rect">
            <a:avLst/>
          </a:prstGeom>
          <a:solidFill>
            <a:srgbClr val="EEF2F0"/>
          </a:solidFill>
          <a:ln w="6350">
            <a:solidFill>
              <a:srgbClr val="E2E5E4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9509760" y="4023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demonstration support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• Team 14 • Section 2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verifiable demonstration of Linux IPC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will successfully show Linux processes communicating through Pipes and FIFOs — sending and receiving data between both related and independent processes — giving a clear, practical grasp of Inter-Process Communication.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6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3158338"/>
            <a:ext cx="175565" cy="1755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04495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data transfer between parent and child via pipe()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630168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9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8" y="3725266"/>
            <a:ext cx="175565" cy="1755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361188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data exchange between independent processes via FIFO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197096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2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4292194"/>
            <a:ext cx="175565" cy="1755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4178808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process synchronization and clean descriptor handling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498080" y="150876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262C33"/>
          </a:solidFill>
          <a:ln/>
        </p:spPr>
      </p:sp>
      <p:sp>
        <p:nvSpPr>
          <p:cNvPr id="15" name="Shape 10"/>
          <p:cNvSpPr/>
          <p:nvPr/>
        </p:nvSpPr>
        <p:spPr>
          <a:xfrm>
            <a:off x="7818120" y="178308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6" name="Image 3" descr="icons/githu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0766" y="1925726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03920" y="18105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818120" y="25146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github.com/vgshanmukhasai-netizen/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OSSP-2520030341_065_344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818120" y="3520440"/>
            <a:ext cx="3566160" cy="0"/>
          </a:xfrm>
          <a:prstGeom prst="line">
            <a:avLst/>
          </a:prstGeom>
          <a:noFill/>
          <a:ln w="12700">
            <a:solidFill>
              <a:srgbClr val="343B4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81812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status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818120" y="39502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Created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818120" y="4434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818120" y="4709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K. Anusha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• Team 14 • Section 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terminal_dark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69680" y="146304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2743200"/>
            <a:ext cx="50292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880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14 • Section 2 — Operating Systems and Systems Programming (25CS2104E)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2026-08-29T05:45:52Z</dcterms:created>
  <dcterms:modified xsi:type="dcterms:W3CDTF">2026-08-29T05:45:52Z</dcterms:modified>
</cp:coreProperties>
</file>