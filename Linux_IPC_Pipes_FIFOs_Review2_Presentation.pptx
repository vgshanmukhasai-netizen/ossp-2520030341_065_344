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876" y="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ppadi Vignesh" userId="715ef4c0d06faa48" providerId="LiveId" clId="{CAB5EA93-AC4B-4C91-9164-39E6154BA768}"/>
    <pc:docChg chg="delSld modSld sldOrd">
      <pc:chgData name="Muppadi Vignesh" userId="715ef4c0d06faa48" providerId="LiveId" clId="{CAB5EA93-AC4B-4C91-9164-39E6154BA768}" dt="2026-09-19T05:18:46.252" v="2" actId="47"/>
      <pc:docMkLst>
        <pc:docMk/>
      </pc:docMkLst>
      <pc:sldChg chg="ord">
        <pc:chgData name="Muppadi Vignesh" userId="715ef4c0d06faa48" providerId="LiveId" clId="{CAB5EA93-AC4B-4C91-9164-39E6154BA768}" dt="2026-09-19T05:18:42.255" v="1"/>
        <pc:sldMkLst>
          <pc:docMk/>
          <pc:sldMk cId="0" sldId="258"/>
        </pc:sldMkLst>
      </pc:sldChg>
      <pc:sldChg chg="del">
        <pc:chgData name="Muppadi Vignesh" userId="715ef4c0d06faa48" providerId="LiveId" clId="{CAB5EA93-AC4B-4C91-9164-39E6154BA768}" dt="2026-09-19T05:18:46.252" v="2" actId="47"/>
        <pc:sldMkLst>
          <pc:docMk/>
          <pc:sldMk cId="0" sldId="26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/>
              <a:t>Current progress by evaluation area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/ demonstrated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Problem
&amp; Objectives</c:v>
                </c:pt>
                <c:pt idx="1">
                  <c:v>CO Mapping</c:v>
                </c:pt>
                <c:pt idx="2">
                  <c:v>System
Design</c:v>
                </c:pt>
                <c:pt idx="3">
                  <c:v>Implementation</c:v>
                </c:pt>
                <c:pt idx="4">
                  <c:v>Testing
&amp; Results</c:v>
                </c:pt>
                <c:pt idx="5">
                  <c:v>Documentation</c:v>
                </c:pt>
                <c:pt idx="6">
                  <c:v>Demo &amp; Viva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15</c:v>
                </c:pt>
                <c:pt idx="2">
                  <c:v>0</c:v>
                </c:pt>
                <c:pt idx="3">
                  <c:v>30</c:v>
                </c:pt>
                <c:pt idx="4">
                  <c:v>0</c:v>
                </c:pt>
                <c:pt idx="5">
                  <c:v>2.5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03-41EA-B67C-025215F17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138160" y="640080"/>
            <a:ext cx="3383280" cy="5212080"/>
          </a:xfrm>
          <a:prstGeom prst="round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6172200"/>
            <a:ext cx="12188952" cy="685800"/>
          </a:xfrm>
          <a:prstGeom prst="round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7132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t>LINUX INTER-PROCESS</a:t>
            </a:r>
            <a:br/>
            <a:r>
              <a:t>COMMUNICATION</a:t>
            </a:r>
          </a:p>
          <a:p>
            <a:pPr>
              <a:defRPr sz="2200" b="1">
                <a:solidFill>
                  <a:srgbClr val="1CB7AA"/>
                </a:solidFill>
                <a:latin typeface="Aptos"/>
              </a:defRPr>
            </a:pPr>
            <a:r>
              <a:t>Using Pipes and FIFOs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69494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EBED0"/>
                </a:solidFill>
                <a:latin typeface="Aptos"/>
              </a:defRPr>
            </a:pPr>
            <a:r>
              <a:t>Operating Systems &amp; Systems Programming •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886200"/>
            <a:ext cx="6949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59E43"/>
                </a:solidFill>
                <a:latin typeface="Aptos"/>
              </a:defRPr>
            </a:pPr>
            <a:r>
              <a:t>TEAM 14  |  SECTION 2</a:t>
            </a:r>
          </a:p>
          <a:p>
            <a:pPr>
              <a:spcAft>
                <a:spcPts val="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2520030065  •  M. Vignesh</a:t>
            </a:r>
          </a:p>
          <a:p>
            <a:pPr>
              <a:spcAft>
                <a:spcPts val="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2520030341  •  V.G. Shanmukha Sai</a:t>
            </a:r>
          </a:p>
          <a:p>
            <a:pPr>
              <a:spcAft>
                <a:spcPts val="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2520030344  •  M. Krishna Vamshi</a:t>
            </a:r>
          </a:p>
          <a:p>
            <a:pPr>
              <a:spcAft>
                <a:spcPts val="4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2520030496  •  Ayush Mishra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234440"/>
            <a:ext cx="256032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PROCESS 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829800" y="1920240"/>
            <a:ext cx="0" cy="41148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549640" y="2331720"/>
            <a:ext cx="256032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PIPE / FIFO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829800" y="3017520"/>
            <a:ext cx="0" cy="41148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3429000"/>
            <a:ext cx="256032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PROCESS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3434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59E43"/>
                </a:solidFill>
                <a:latin typeface="Aptos"/>
              </a:defRPr>
            </a:pPr>
            <a:r>
              <a:t>SEND  →  RECEIVE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01 •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Introduction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Why do Linux processes need IPC?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03520" cy="416052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9E43"/>
                </a:solidFill>
                <a:latin typeface="Aptos"/>
              </a:defRPr>
            </a:pPr>
            <a:r>
              <a:t>The problem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Multiple processes may run at the same time.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Each process has its own separate memory space.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One process cannot directly access another process's data.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IPC provides a controlled way to exchange information.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This project demonstrates two Linux IPC mechanisms: Pipes and FIFOs.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920240"/>
            <a:ext cx="192024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PROCESS 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58200" y="2286000"/>
            <a:ext cx="73152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89720" y="1874519"/>
            <a:ext cx="1920240" cy="822960"/>
          </a:xfrm>
          <a:prstGeom prst="roundRect">
            <a:avLst/>
          </a:prstGeom>
          <a:solidFill>
            <a:srgbClr val="0D323E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IPC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8458200" y="2743200"/>
            <a:ext cx="731520" cy="64008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92240" y="3063240"/>
            <a:ext cx="192024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PROCESS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60520"/>
            <a:ext cx="4892040" cy="141732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CB7AA"/>
                </a:solidFill>
                <a:latin typeface="Aptos"/>
              </a:defRPr>
            </a:pPr>
            <a:r>
              <a:t>Project focus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Pipe → related processes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FIFO → independent 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03 • CO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CO-1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The OS as a service layer: system calls from user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4800600" cy="434340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49CDDB"/>
                </a:solidFill>
                <a:latin typeface="Aptos"/>
              </a:defRPr>
            </a:pPr>
            <a:r>
              <a:t>Why CO-1?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Our C program runs in Linux user space.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Operations such as process creation and IPC are requested through Linux/POSIX system calls.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Key calls used: fork(), pipe(), mkfifo(), read(), write(), close().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strace was used to observe the system calls generated by the Pipe program.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91640"/>
            <a:ext cx="5394960" cy="1463040"/>
          </a:xfrm>
          <a:prstGeom prst="roundRect">
            <a:avLst/>
          </a:prstGeom>
          <a:solidFill>
            <a:srgbClr val="070E19"/>
          </a:solidFill>
          <a:ln>
            <a:solidFill>
              <a:srgbClr val="304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tlCol="0" anchor="ctr"/>
          <a:lstStyle/>
          <a:p>
            <a:pPr algn="ctr">
              <a:spcAft>
                <a:spcPts val="700"/>
              </a:spcAft>
              <a:defRPr sz="1100" b="1">
                <a:solidFill>
                  <a:srgbClr val="49CDDB"/>
                </a:solidFill>
                <a:latin typeface="Aptos"/>
              </a:defRPr>
            </a:pPr>
            <a:r>
              <a:t>Implementation evidence</a:t>
            </a:r>
          </a:p>
          <a:p>
            <a:pPr>
              <a:defRPr sz="1100">
                <a:solidFill>
                  <a:srgbClr val="E8EEF5"/>
                </a:solidFill>
                <a:latin typeface="Consolas"/>
              </a:defRPr>
            </a:pPr>
            <a:r>
              <a:t>strace ./pipe_demo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657600"/>
            <a:ext cx="192024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C PROGRAM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55279" y="4005072"/>
            <a:ext cx="594361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49640" y="3657600"/>
            <a:ext cx="192024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SYSTEM CALL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0" y="4343400"/>
            <a:ext cx="0" cy="45720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49640" y="4800600"/>
            <a:ext cx="192024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LINUX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6692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EBED0"/>
                </a:solidFill>
                <a:latin typeface="Aptos"/>
              </a:defRPr>
            </a:pPr>
            <a:r>
              <a:t>Observed in strace: pipe2 • clone • write • read • close • wait4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04 • CO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CO-2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Processes: creation, execution, synchronization and termination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4754880" cy="443484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9E43"/>
                </a:solidFill>
                <a:latin typeface="Aptos"/>
              </a:defRPr>
            </a:pPr>
            <a:r>
              <a:t>How CO-2 is implemented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fork() creates a child process from the parent.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getpid() displays process identity during the demo.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Parent and child execute different communication steps.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wait() lets the parent synchronize with the child.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The child completes and the parent continues after synchronization.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74519"/>
            <a:ext cx="1828800" cy="658368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PARENT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62672" y="2203704"/>
            <a:ext cx="658368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321040" y="1874519"/>
            <a:ext cx="1828800" cy="658368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fork()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7406640" y="2560320"/>
            <a:ext cx="1828800" cy="68580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235440" y="2560320"/>
            <a:ext cx="914400" cy="68580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3246120"/>
            <a:ext cx="201168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CHILD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3246120"/>
            <a:ext cx="201168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PARENT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3931920"/>
            <a:ext cx="0" cy="68580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4617720"/>
            <a:ext cx="201168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E6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EXIT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49840" y="3931920"/>
            <a:ext cx="0" cy="68580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0" y="4617720"/>
            <a:ext cx="201168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wait()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5669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EBED0"/>
                </a:solidFill>
                <a:latin typeface="Aptos"/>
              </a:defRPr>
            </a:pPr>
            <a:r>
              <a:t>CO-2 evidence: fork() + getpid() + wait() + successful parent/child execution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05 • CO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CO-3 Implementation — Anonymous Pipe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IPC between related 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4160520" cy="443484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CB7AA"/>
                </a:solidFill>
                <a:latin typeface="Aptos"/>
              </a:defRPr>
            </a:pPr>
            <a:r>
              <a:t>What we implemented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pipe() creates an unnamed communication channel.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fork() creates the related parent and child processes.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Parent closes the read end and writes the message.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Child closes the write end and reads the message.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The output confirms successful data transfer.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920240"/>
            <a:ext cx="182880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PARENT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0" y="2286000"/>
            <a:ext cx="68580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818120" y="1874519"/>
            <a:ext cx="2194560" cy="82296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ANONYMOUS PIPE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40112" y="2286000"/>
            <a:ext cx="704088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3246120"/>
            <a:ext cx="164592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CHILD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15400" y="2724912"/>
            <a:ext cx="0" cy="521208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57800" y="4160520"/>
            <a:ext cx="6217920" cy="1280160"/>
          </a:xfrm>
          <a:prstGeom prst="roundRect">
            <a:avLst/>
          </a:prstGeom>
          <a:solidFill>
            <a:srgbClr val="070E19"/>
          </a:solidFill>
          <a:ln>
            <a:solidFill>
              <a:srgbClr val="304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tlCol="0" anchor="ctr"/>
          <a:lstStyle/>
          <a:p>
            <a:pPr algn="ctr">
              <a:spcAft>
                <a:spcPts val="700"/>
              </a:spcAft>
              <a:defRPr sz="1100" b="1">
                <a:solidFill>
                  <a:srgbClr val="49CDDB"/>
                </a:solidFill>
                <a:latin typeface="Aptos"/>
              </a:defRPr>
            </a:pPr>
            <a:r>
              <a:t>Core implementation</a:t>
            </a:r>
          </a:p>
          <a:p>
            <a:pPr>
              <a:defRPr sz="1100">
                <a:solidFill>
                  <a:srgbClr val="E8EEF5"/>
                </a:solidFill>
                <a:latin typeface="Consolas"/>
              </a:defRPr>
            </a:pPr>
            <a:r>
              <a:t>pipe(fd);</a:t>
            </a:r>
            <a:br/>
            <a:r>
              <a:t>fork();</a:t>
            </a:r>
            <a:br/>
            <a:r>
              <a:t>write(fd[1], message, ...);</a:t>
            </a:r>
            <a:br/>
            <a:r>
              <a:t>read(fd[0], buffer, ...);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715000"/>
            <a:ext cx="6035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EBED0"/>
                </a:solidFill>
                <a:latin typeface="Aptos"/>
              </a:defRPr>
            </a:pPr>
            <a:r>
              <a:t>Demo output: Parent sends → Child receives “Hello from Parent Process”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06 • CO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CO-3 Implementation — Named Pipe (FIFO)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IPC between independent 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4160520" cy="443484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9E43"/>
                </a:solidFill>
                <a:latin typeface="Aptos"/>
              </a:defRPr>
            </a:pPr>
            <a:r>
              <a:t>What we implemented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mkfifo() creates a Named Pipe in the Linux file system.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fifo_writer opens the FIFO for writing.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fifo_reader opens the FIFO for reading.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write() sends the message and read() receives it.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The two programs run independently in separate terminals.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920240"/>
            <a:ext cx="182880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WRITER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95160" y="2286000"/>
            <a:ext cx="64008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635240" y="1874519"/>
            <a:ext cx="2103120" cy="82296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FIFO / myfifo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84080" y="2286000"/>
            <a:ext cx="64008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3246120"/>
            <a:ext cx="155448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READER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2724912"/>
            <a:ext cx="0" cy="521208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0640" y="4160520"/>
            <a:ext cx="6172200" cy="1280160"/>
          </a:xfrm>
          <a:prstGeom prst="roundRect">
            <a:avLst/>
          </a:prstGeom>
          <a:solidFill>
            <a:srgbClr val="070E19"/>
          </a:solidFill>
          <a:ln>
            <a:solidFill>
              <a:srgbClr val="304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28016" rtlCol="0" anchor="ctr"/>
          <a:lstStyle/>
          <a:p>
            <a:pPr algn="ctr">
              <a:spcAft>
                <a:spcPts val="700"/>
              </a:spcAft>
              <a:defRPr sz="1100" b="1">
                <a:solidFill>
                  <a:srgbClr val="49CDDB"/>
                </a:solidFill>
                <a:latin typeface="Aptos"/>
              </a:defRPr>
            </a:pPr>
            <a:r>
              <a:t>Core implementation</a:t>
            </a:r>
          </a:p>
          <a:p>
            <a:pPr>
              <a:defRPr sz="1100">
                <a:solidFill>
                  <a:srgbClr val="E8EEF5"/>
                </a:solidFill>
                <a:latin typeface="Consolas"/>
              </a:defRPr>
            </a:pPr>
            <a:r>
              <a:t>mkfifo("myfifo", 0666);</a:t>
            </a:r>
            <a:br/>
            <a:r>
              <a:t>open(..., O_WRONLY / O_RDONLY);</a:t>
            </a:r>
            <a:br/>
            <a:r>
              <a:t>write(...);</a:t>
            </a:r>
            <a:br/>
            <a:r>
              <a:t>read(...);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571500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EBED0"/>
                </a:solidFill>
                <a:latin typeface="Aptos"/>
              </a:defRPr>
            </a:pPr>
            <a:r>
              <a:t>Demo result: “Hello from Process A” is received by the independent reader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07 •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Review 2 — What We Have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Current implementation status against the project evaluation structure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600200"/>
          <a:ext cx="6858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691640"/>
            <a:ext cx="3977639" cy="416052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1CB7AA"/>
                </a:solidFill>
                <a:latin typeface="Aptos"/>
              </a:defRPr>
            </a:pPr>
            <a:r>
              <a:t>Current status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Problem statement &amp; objectives — completed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CO-1 / CO-2 / CO-3 mapping — completed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Pipe implementation — working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FIFO implementation — working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strace system-call demonstration — completed</a:t>
            </a:r>
          </a:p>
          <a:p>
            <a:pPr>
              <a:spcAft>
                <a:spcPts val="700"/>
              </a:spcAft>
              <a:defRPr sz="1300">
                <a:solidFill>
                  <a:srgbClr val="F5F8FC"/>
                </a:solidFill>
                <a:latin typeface="Aptos"/>
              </a:defRPr>
            </a:pPr>
            <a:r>
              <a:t>• Formal test-case table, results, and final demo — next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5897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AC97E"/>
                </a:solidFill>
                <a:latin typeface="Aptos"/>
              </a:defRPr>
            </a:pPr>
            <a:r>
              <a:t>Core implementation is complete.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CB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B7AA"/>
                </a:solidFill>
                <a:latin typeface="Aptos"/>
              </a:defRPr>
            </a:pPr>
            <a:r>
              <a:t>02 •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1704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EBED0"/>
                </a:solidFill>
                <a:latin typeface="Aptos"/>
              </a:defRPr>
            </a:pPr>
            <a:r>
              <a:t>One project, two communication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9CDDB"/>
                </a:solidFill>
                <a:latin typeface="Aptos"/>
              </a:defRPr>
            </a:pPr>
            <a:r>
              <a:t>COMMON LINUX USER-SPACE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274320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C PROGRAMS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11880" y="2212848"/>
            <a:ext cx="109728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709160" y="1874519"/>
            <a:ext cx="246888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LINUX / POSIX APIs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23760" y="2212848"/>
            <a:ext cx="100584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1874519"/>
            <a:ext cx="2560320" cy="68580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KERNEL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46120"/>
            <a:ext cx="219456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PIPE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246120"/>
            <a:ext cx="219456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PARENT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46120"/>
            <a:ext cx="219456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CHILD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52160" y="3611880"/>
            <a:ext cx="54864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108960" y="3611880"/>
            <a:ext cx="54864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4114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EBED0"/>
                </a:solidFill>
                <a:latin typeface="Aptos"/>
              </a:defRPr>
            </a:pPr>
            <a:r>
              <a:t>RELATED PROCESSES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219456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49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PROCESS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4617720"/>
            <a:ext cx="219456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1CB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FIFO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17720"/>
            <a:ext cx="2194560" cy="731520"/>
          </a:xfrm>
          <a:prstGeom prst="roundRect">
            <a:avLst/>
          </a:prstGeom>
          <a:solidFill>
            <a:srgbClr val="11223A"/>
          </a:solidFill>
          <a:ln w="19050">
            <a:solidFill>
              <a:srgbClr val="F59E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8FC"/>
                </a:solidFill>
                <a:latin typeface="Aptos"/>
              </a:defRPr>
            </a:pPr>
            <a:r>
              <a:t>PROCESS 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4983480"/>
            <a:ext cx="54864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852160" y="4983480"/>
            <a:ext cx="548640" cy="0"/>
          </a:xfrm>
          <a:prstGeom prst="line">
            <a:avLst/>
          </a:prstGeom>
          <a:ln w="25400">
            <a:solidFill>
              <a:srgbClr val="1CB7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869680" y="338328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43"/>
                </a:solidFill>
                <a:latin typeface="Aptos"/>
              </a:defRPr>
            </a:pPr>
            <a:r>
              <a:t>TWO IPC MODES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3703320"/>
            <a:ext cx="2560320" cy="169164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Anonymous Pipe</a:t>
            </a:r>
          </a:p>
          <a:p>
            <a:pPr>
              <a:spcAft>
                <a:spcPts val="7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Named Pipe (FIFO)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10972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5F8FC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CB7AA"/>
                </a:solidFill>
                <a:latin typeface="Aptos"/>
              </a:defRPr>
            </a:pPr>
            <a:r>
              <a:t>Linux Inter-Process Communication Using Pipes and FIFOs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743200"/>
            <a:ext cx="8138160" cy="2560320"/>
          </a:xfrm>
          <a:prstGeom prst="roundRect">
            <a:avLst/>
          </a:prstGeom>
          <a:solidFill>
            <a:srgbClr val="11223A"/>
          </a:solidFill>
          <a:ln>
            <a:solidFill>
              <a:srgbClr val="284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bIns="109728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9E43"/>
                </a:solidFill>
                <a:latin typeface="Aptos"/>
              </a:defRPr>
            </a:pPr>
            <a:r>
              <a:t>TEAM MEMBERS</a:t>
            </a:r>
          </a:p>
          <a:p>
            <a:pPr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2520030065  —  M. Vignesh</a:t>
            </a:r>
          </a:p>
          <a:p>
            <a:pPr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2520030341  —  V.G. Shanmukha Sai</a:t>
            </a:r>
          </a:p>
          <a:p>
            <a:pPr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2520030344  —  M. Krishna Vamshi</a:t>
            </a:r>
          </a:p>
          <a:p>
            <a:pPr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2520030496  —  Ayush Mishra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0644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EBED0"/>
                </a:solidFill>
                <a:latin typeface="Aptos"/>
              </a:defRPr>
            </a:pPr>
            <a:r>
              <a:t>Operating Systems &amp; Systems Programming  •  Review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EBED0"/>
                </a:solidFill>
                <a:latin typeface="Aptos"/>
              </a:defRPr>
            </a:pPr>
            <a:r>
              <a:t>Linux Inter-Process Communication Using Pipes and FIFOs  •  Review 2   |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850</Words>
  <Application>Microsoft Office PowerPoint</Application>
  <PresentationFormat>Widescreen</PresentationFormat>
  <Paragraphs>133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Muppadi Vignesh</cp:lastModifiedBy>
  <cp:revision>1</cp:revision>
  <dcterms:created xsi:type="dcterms:W3CDTF">2013-01-27T09:14:16Z</dcterms:created>
  <dcterms:modified xsi:type="dcterms:W3CDTF">2026-09-19T05:18:49Z</dcterms:modified>
  <cp:category/>
</cp:coreProperties>
</file>